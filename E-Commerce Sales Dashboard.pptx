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D210-C961-D89E-65EE-4D9305EA0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1575" y="2120316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IN" dirty="0"/>
              <a:t>E-Commerce Sales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3432-7340-BC7A-CF3B-66986F3FD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041" y="5003597"/>
            <a:ext cx="5357600" cy="1160213"/>
          </a:xfrm>
        </p:spPr>
        <p:txBody>
          <a:bodyPr>
            <a:normAutofit/>
          </a:bodyPr>
          <a:lstStyle/>
          <a:p>
            <a:r>
              <a:rPr lang="en-US" sz="1600" dirty="0"/>
              <a:t>A Power BI Project by Sejal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6127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F697-FE70-957F-3D44-7A376408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62CA-112E-8A2F-FB08-606A9A2C3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objective of this project is to perform a detailed analysis of e-commerce sales data to uncover meaningful business insights.</a:t>
            </a:r>
            <a:br>
              <a:rPr lang="en-US" dirty="0"/>
            </a:br>
            <a:r>
              <a:rPr lang="en-US" dirty="0"/>
              <a:t>This dashboard focuses on evaluating </a:t>
            </a:r>
            <a:r>
              <a:rPr lang="en-US" b="1" dirty="0"/>
              <a:t>sales performance, profit distribution, and customer purchasing behavior</a:t>
            </a:r>
            <a:r>
              <a:rPr lang="en-US" dirty="0"/>
              <a:t> across different regions and categories.</a:t>
            </a:r>
          </a:p>
          <a:p>
            <a:pPr marL="0" indent="0">
              <a:buNone/>
            </a:pPr>
            <a:r>
              <a:rPr lang="en-US" dirty="0"/>
              <a:t>It aims to help businesses:</a:t>
            </a:r>
          </a:p>
          <a:p>
            <a:r>
              <a:rPr lang="en-US" dirty="0"/>
              <a:t>Identify </a:t>
            </a:r>
            <a:r>
              <a:rPr lang="en-US" b="1" dirty="0"/>
              <a:t>top-performing products, customers, and regions</a:t>
            </a:r>
            <a:r>
              <a:rPr lang="en-US" dirty="0"/>
              <a:t> 📈</a:t>
            </a:r>
          </a:p>
          <a:p>
            <a:r>
              <a:rPr lang="en-US" dirty="0"/>
              <a:t>Track </a:t>
            </a:r>
            <a:r>
              <a:rPr lang="en-US" b="1" dirty="0"/>
              <a:t>sales trends and profitability</a:t>
            </a:r>
            <a:r>
              <a:rPr lang="en-US" dirty="0"/>
              <a:t> over time</a:t>
            </a:r>
          </a:p>
          <a:p>
            <a:r>
              <a:rPr lang="en-US" dirty="0"/>
              <a:t>Support </a:t>
            </a:r>
            <a:r>
              <a:rPr lang="en-US" b="1" dirty="0"/>
              <a:t>data-driven decision-making</a:t>
            </a:r>
            <a:r>
              <a:rPr lang="en-US" dirty="0"/>
              <a:t> for improved growth and performance 🚀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79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AD5E-5DED-F107-2050-F5A8B169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 &amp; Techniques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FF9D5A-14B7-934A-A6A6-54F2E0800B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4642" y="2178411"/>
            <a:ext cx="8652206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Desktop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dashboard creation and report design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 Editor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cleaning, transformation, and loading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(Data Analysis Expressions)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creating calculated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establish relationships between tables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performance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Visuals &amp; Charts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enhance data storytelling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15725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841E-5E4A-52E0-59C7-57A440EE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Row Data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9F61D-63B7-B311-BDDD-3A0F1DB51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2580" y="1552728"/>
            <a:ext cx="4235748" cy="375254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F74F5-6FB5-861B-679B-3BBE89280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556" y="1593908"/>
            <a:ext cx="4168501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9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26D9-AB72-91FF-3D5B-587614C6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4A6B-E187-6EE1-379A-59E070858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creating this dashboard, it was challenging to </a:t>
            </a:r>
            <a:r>
              <a:rPr lang="en-US" b="1" dirty="0"/>
              <a:t>analyze and visualize e-commerce sales data</a:t>
            </a:r>
            <a:r>
              <a:rPr lang="en-US" dirty="0"/>
              <a:t> effectively.</a:t>
            </a:r>
            <a:br>
              <a:rPr lang="en-US" dirty="0"/>
            </a:br>
            <a:r>
              <a:rPr lang="en-US" dirty="0"/>
              <a:t>The business lacked a clear view of:</a:t>
            </a:r>
          </a:p>
          <a:p>
            <a:r>
              <a:rPr lang="en-US" dirty="0"/>
              <a:t>Which </a:t>
            </a:r>
            <a:r>
              <a:rPr lang="en-US" b="1" dirty="0"/>
              <a:t>products and categories</a:t>
            </a:r>
            <a:r>
              <a:rPr lang="en-US" dirty="0"/>
              <a:t> were most profitable</a:t>
            </a:r>
          </a:p>
          <a:p>
            <a:r>
              <a:rPr lang="en-US" dirty="0"/>
              <a:t>How </a:t>
            </a:r>
            <a:r>
              <a:rPr lang="en-US" b="1" dirty="0"/>
              <a:t>sales and profits</a:t>
            </a:r>
            <a:r>
              <a:rPr lang="en-US" dirty="0"/>
              <a:t> varied across months and regions</a:t>
            </a:r>
          </a:p>
          <a:p>
            <a:r>
              <a:rPr lang="en-US" dirty="0"/>
              <a:t>Which </a:t>
            </a:r>
            <a:r>
              <a:rPr lang="en-US" b="1" dirty="0"/>
              <a:t>customers contributed most</a:t>
            </a:r>
            <a:r>
              <a:rPr lang="en-US" dirty="0"/>
              <a:t> to the revenue</a:t>
            </a:r>
          </a:p>
          <a:p>
            <a:r>
              <a:rPr lang="en-US" dirty="0"/>
              <a:t>The </a:t>
            </a:r>
            <a:r>
              <a:rPr lang="en-US" b="1" dirty="0"/>
              <a:t>impact of payment modes and customer behavior</a:t>
            </a:r>
            <a:r>
              <a:rPr lang="en-US" dirty="0"/>
              <a:t> on sales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40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50BB-4B68-51D7-D595-52D8DB76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82EFF-1D82-C91F-F804-955C75EEB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project was designed to answer key business questions, such as:</a:t>
            </a:r>
          </a:p>
          <a:p>
            <a:r>
              <a:rPr lang="en-US" dirty="0"/>
              <a:t>What is the </a:t>
            </a:r>
            <a:r>
              <a:rPr lang="en-US" b="1" dirty="0"/>
              <a:t>total sales amount, profit, and quantity sold</a:t>
            </a:r>
            <a:r>
              <a:rPr lang="en-US" dirty="0"/>
              <a:t>? 💰</a:t>
            </a:r>
          </a:p>
          <a:p>
            <a:r>
              <a:rPr lang="en-US" dirty="0"/>
              <a:t>Which </a:t>
            </a:r>
            <a:r>
              <a:rPr lang="en-US" b="1" dirty="0"/>
              <a:t>categories and sub-categories</a:t>
            </a:r>
            <a:r>
              <a:rPr lang="en-US" dirty="0"/>
              <a:t> contribute most to profit? 📊</a:t>
            </a:r>
          </a:p>
          <a:p>
            <a:r>
              <a:rPr lang="en-US" dirty="0"/>
              <a:t>Who are the </a:t>
            </a:r>
            <a:r>
              <a:rPr lang="en-US" b="1" dirty="0"/>
              <a:t>top customers</a:t>
            </a:r>
            <a:r>
              <a:rPr lang="en-US" dirty="0"/>
              <a:t> by purchase amount? 🧑‍🤝‍🧑</a:t>
            </a:r>
          </a:p>
          <a:p>
            <a:r>
              <a:rPr lang="en-US" dirty="0"/>
              <a:t>How does </a:t>
            </a:r>
            <a:r>
              <a:rPr lang="en-US" b="1" dirty="0"/>
              <a:t>profit vary month by month</a:t>
            </a:r>
            <a:r>
              <a:rPr lang="en-US" dirty="0"/>
              <a:t> throughout the year? 📆</a:t>
            </a:r>
          </a:p>
          <a:p>
            <a:r>
              <a:rPr lang="en-US" dirty="0"/>
              <a:t>What are the </a:t>
            </a:r>
            <a:r>
              <a:rPr lang="en-US" b="1" dirty="0"/>
              <a:t>most used payment modes</a:t>
            </a:r>
            <a:r>
              <a:rPr lang="en-US" dirty="0"/>
              <a:t> by customers? 💳</a:t>
            </a:r>
          </a:p>
          <a:p>
            <a:r>
              <a:rPr lang="en-US" dirty="0"/>
              <a:t>Which </a:t>
            </a:r>
            <a:r>
              <a:rPr lang="en-US" b="1" dirty="0"/>
              <a:t>states and regions</a:t>
            </a:r>
            <a:r>
              <a:rPr lang="en-US" dirty="0"/>
              <a:t> generate the highest profit? 🌍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5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EE87-208F-B171-2239-AAB60E4B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19B1C-B1F7-8D44-EA72-4E2B24D27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3" y="1519872"/>
            <a:ext cx="8095672" cy="4530092"/>
          </a:xfrm>
        </p:spPr>
      </p:pic>
    </p:spTree>
    <p:extLst>
      <p:ext uri="{BB962C8B-B14F-4D97-AF65-F5344CB8AC3E}">
        <p14:creationId xmlns:p14="http://schemas.microsoft.com/office/powerpoint/2010/main" val="26711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E4BE-A0FB-A236-6B2E-F6E1CD82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16EF-E5BE-4368-AC7D-1D2258ABC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dirty="0"/>
              <a:t>This Power BI project successfully transformed raw e-commerce sales data into a clear and interactive dashboard that provides valuable business insights.</a:t>
            </a:r>
          </a:p>
          <a:p>
            <a:pPr marL="0" indent="0">
              <a:buNone/>
            </a:pPr>
            <a:r>
              <a:rPr lang="en-US" sz="4300" dirty="0"/>
              <a:t>Through this project, I was able to:</a:t>
            </a:r>
          </a:p>
          <a:p>
            <a:r>
              <a:rPr lang="en-US" sz="4300" dirty="0"/>
              <a:t>Analyze </a:t>
            </a:r>
            <a:r>
              <a:rPr lang="en-US" sz="4300" b="1" dirty="0"/>
              <a:t>sales performance and profit distribution</a:t>
            </a:r>
            <a:r>
              <a:rPr lang="en-US" sz="4300" dirty="0"/>
              <a:t> across regions and categories</a:t>
            </a:r>
          </a:p>
          <a:p>
            <a:r>
              <a:rPr lang="en-US" sz="4300" dirty="0"/>
              <a:t>Identify </a:t>
            </a:r>
            <a:r>
              <a:rPr lang="en-US" sz="4300" b="1" dirty="0"/>
              <a:t>top-performing products, customers, and regions</a:t>
            </a:r>
            <a:endParaRPr lang="en-US" sz="4300" dirty="0"/>
          </a:p>
          <a:p>
            <a:r>
              <a:rPr lang="en-US" sz="4300" dirty="0"/>
              <a:t>Build a </a:t>
            </a:r>
            <a:r>
              <a:rPr lang="en-US" sz="4300" b="1" dirty="0"/>
              <a:t>data-driven decision support tool</a:t>
            </a:r>
            <a:r>
              <a:rPr lang="en-US" sz="4300" dirty="0"/>
              <a:t> using Power BI</a:t>
            </a:r>
          </a:p>
          <a:p>
            <a:r>
              <a:rPr lang="en-US" sz="4300" dirty="0"/>
              <a:t>Strengthen my understanding of </a:t>
            </a:r>
            <a:r>
              <a:rPr lang="en-US" sz="4300" b="1" dirty="0"/>
              <a:t>Power Query, DAX, and Data Modeling</a:t>
            </a:r>
            <a:endParaRPr lang="en-US" sz="4300" dirty="0"/>
          </a:p>
          <a:p>
            <a:r>
              <a:rPr lang="en-US" sz="4300" dirty="0"/>
              <a:t>Overall, this project enhanced my analytical and visualization skills, helping me convert complex data into meaningful insights for better business decisions. 📊✨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06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16F1A-3AD3-B53B-228F-B01101EE8770}"/>
              </a:ext>
            </a:extLst>
          </p:cNvPr>
          <p:cNvSpPr txBox="1"/>
          <p:nvPr/>
        </p:nvSpPr>
        <p:spPr>
          <a:xfrm>
            <a:off x="3363985" y="2273417"/>
            <a:ext cx="4504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899124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31</TotalTime>
  <Words>396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E-Commerce Sales Dashboard</vt:lpstr>
      <vt:lpstr>Project Objective </vt:lpstr>
      <vt:lpstr>Tools &amp; Techniques</vt:lpstr>
      <vt:lpstr>Row Data</vt:lpstr>
      <vt:lpstr>Problem Statement </vt:lpstr>
      <vt:lpstr>Project Requirements</vt:lpstr>
      <vt:lpstr>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sejalm057@gmail.com</dc:creator>
  <cp:lastModifiedBy>sejalm057@gmail.com</cp:lastModifiedBy>
  <cp:revision>2</cp:revision>
  <dcterms:created xsi:type="dcterms:W3CDTF">2025-11-04T13:51:30Z</dcterms:created>
  <dcterms:modified xsi:type="dcterms:W3CDTF">2025-11-04T15:59:12Z</dcterms:modified>
</cp:coreProperties>
</file>